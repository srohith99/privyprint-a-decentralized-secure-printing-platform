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2" r:id="rId16"/>
    <p:sldId id="267" r:id="rId17"/>
    <p:sldId id="268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62" autoAdjust="0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52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945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1039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8505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959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105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82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 (IoT &amp; Cybersecurity including Blockchain)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2560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B.M.S. College of Engineering, Bengaluru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D00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PrivyPrint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2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Decentralized Web3 Document Printing Platform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231C6AEWEB | Web3 Development | 6th Semester | AY 2025–26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Rohith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1BM23IC057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 Yogeswar Reddy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3474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1BM23IC045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Dadapir N 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3474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1BM24IC400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Sharma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3474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1BM23IC006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Guide: Prof. Susmitha Mukund Kirsur, Assistant Professor, Dept. of CSE (ICB), BMSCE.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</a:t>
            </a:r>
            <a:r>
              <a:rPr lang="en-US" sz="120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pic>
        <p:nvPicPr>
          <p:cNvPr id="2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899" y="33837"/>
            <a:ext cx="457396" cy="45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02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Index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28270" y="827849"/>
            <a:ext cx="411480" cy="34747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8270" y="827849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12902" y="8412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6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 &amp; Problem Statement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28270" y="1513649"/>
            <a:ext cx="411480" cy="34747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8270" y="1513649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2902" y="15136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6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Motivation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28270" y="2199449"/>
            <a:ext cx="411480" cy="34747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8270" y="2199449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12902" y="21994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6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Overview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28270" y="2885249"/>
            <a:ext cx="411480" cy="34747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270" y="2885249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12902" y="28852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6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Core Features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28270" y="3571049"/>
            <a:ext cx="411480" cy="34747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270" y="3571049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12902" y="35710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6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Technical Stack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28270" y="4186775"/>
            <a:ext cx="411480" cy="34747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270" y="4186775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06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12902" y="4186775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6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Architecture – Sender Flow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965192" y="827849"/>
            <a:ext cx="411480" cy="34747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827849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07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376672" y="836993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6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Architecture – Print Shop Flow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965192" y="1513649"/>
            <a:ext cx="411480" cy="34747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65192" y="1513649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08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14968" y="221757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6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Security Model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965192" y="2199449"/>
            <a:ext cx="411480" cy="34747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2199449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09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378754" y="153177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6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Directory Structure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965192" y="2885249"/>
            <a:ext cx="411480" cy="34747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65192" y="2885249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366794" y="2908307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rgbClr val="1A26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Website Images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2"/>
          <p:cNvSpPr/>
          <p:nvPr/>
        </p:nvSpPr>
        <p:spPr>
          <a:xfrm>
            <a:off x="4965192" y="3561905"/>
            <a:ext cx="411480" cy="34747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965192" y="3561905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378754" y="3571049"/>
            <a:ext cx="14446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1A2645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Literature Survey</a:t>
            </a:r>
            <a:endParaRPr lang="en-US" sz="1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2" name="Shape 20"/>
          <p:cNvSpPr/>
          <p:nvPr/>
        </p:nvSpPr>
        <p:spPr>
          <a:xfrm>
            <a:off x="4955314" y="4238561"/>
            <a:ext cx="411480" cy="34747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3" name="Text 21"/>
          <p:cNvSpPr/>
          <p:nvPr/>
        </p:nvSpPr>
        <p:spPr>
          <a:xfrm>
            <a:off x="4955314" y="4238561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339272" y="4252503"/>
            <a:ext cx="10038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1A2645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5" name="Text 2"/>
          <p:cNvSpPr/>
          <p:nvPr/>
        </p:nvSpPr>
        <p:spPr>
          <a:xfrm>
            <a:off x="164592" y="-905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Index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6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899" y="33837"/>
            <a:ext cx="457396" cy="45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02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01. Introduction &amp; Problem Statement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2743200" cy="141732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E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 Billion+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4320" y="12070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Documents printed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globally every day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556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Source: IDC, "Worldwide Hardcopy Peripherals" 2024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82112" y="685800"/>
            <a:ext cx="2743200" cy="141732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7132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E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68%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182112" y="12070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Of data breaches involve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human error or negligence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182112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556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Source: Verizon DBIR 2024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89904" y="685800"/>
            <a:ext cx="2743200" cy="141732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7132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E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$4.9M/breach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89904" y="12070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Average cost of 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breach (2025)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89904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556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Source: IBM Security, "Cost of a Data Breach Report 2025"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4320" y="2240280"/>
            <a:ext cx="64008" cy="5029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2402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Print shops receive sensitive documents (ID proofs, legal papers) over insecure channels like WhatsApp or email.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4320" y="2898648"/>
            <a:ext cx="64008" cy="5029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289864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Central servers store plain document files — a single breach exposes thousands of users' private data.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3557016"/>
            <a:ext cx="64008" cy="5029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3557016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existing solution integrates blockchain access control, end-to-end encryption and IPFS storage for print workflows.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4215384"/>
            <a:ext cx="64008" cy="5029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421538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There is an urgent need for a Zero-PII, trustless printing platform that keeps documents out of central servers.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899" y="33837"/>
            <a:ext cx="457396" cy="45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02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02. Motivation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64008" cy="77724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713232"/>
            <a:ext cx="8549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E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Privacy is a Right, Not a Feature: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84048" y="987552"/>
            <a:ext cx="8549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People share government IDs, medical records, and legal documents at print shops every day. This data deserves cryptographic protection, not just trust in the operator.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8600" y="1719072"/>
            <a:ext cx="64008" cy="77724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719072"/>
            <a:ext cx="8549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E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Decentralization Eliminates the Honeypot: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4048" y="1993392"/>
            <a:ext cx="8549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Central servers holding plaintext documents are prime targets. By encrypting on the client and storing ciphertext on IPFS, PrivyPrint removes the honeypot entirely.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28600" y="2724912"/>
            <a:ext cx="64008" cy="77724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724912"/>
            <a:ext cx="8549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E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Blockchain Enables Trustless Access Control: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84048" y="2999232"/>
            <a:ext cx="8549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contracts encode exactly who can access a document, for how long, and how many </a:t>
            </a:r>
            <a:r>
              <a:rPr lang="en-US" sz="1300" dirty="0" smtClean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copies </a:t>
            </a:r>
            <a:r>
              <a:rPr lang="en-US" sz="13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without relying on human judgement or a central authority.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28600" y="3730752"/>
            <a:ext cx="64008" cy="77724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730752"/>
            <a:ext cx="8549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E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Web3 Ecosystem Is Ready: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84048" y="4005072"/>
            <a:ext cx="8549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MetaMask, IPFS, and EVM-compatible chains are mature enough to power a production dApp that non-technical users can actually navigate.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899" y="33837"/>
            <a:ext cx="457396" cy="45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02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03. Overview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68580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PrivyPrint is a next-generation decentralized application (dApp) designed to secure the physical document printing pipeline. It enables users to share sensitive documents with print shops using end-to-end encryption, ensuring Zero-PII storage on central servers.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8600" y="1463040"/>
            <a:ext cx="2834640" cy="3291840"/>
          </a:xfrm>
          <a:prstGeom prst="rect">
            <a:avLst/>
          </a:prstGeom>
          <a:solidFill>
            <a:srgbClr val="F2F4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463040"/>
            <a:ext cx="2834640" cy="7315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1536192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Document Owners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38328" y="1920240"/>
            <a:ext cx="261518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Connect MetaMask wallet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Encrypt file locally (AES-256)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Upload ciphertext to IPFS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Register print job on-chain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Set expiry &amp; copy limits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182112" y="1463040"/>
            <a:ext cx="2834640" cy="3291840"/>
          </a:xfrm>
          <a:prstGeom prst="rect">
            <a:avLst/>
          </a:prstGeom>
          <a:solidFill>
            <a:srgbClr val="F2F4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1463040"/>
            <a:ext cx="2834640" cy="7315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536192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Print Shops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91840" y="1920240"/>
            <a:ext cx="261518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Monitor incoming job queue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Decrypt access key via MetaMask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Fetch &amp; decrypt file from IPFS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Preview in secure browser sandbox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Confirm print on-chain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35624" y="1463040"/>
            <a:ext cx="2834640" cy="3291840"/>
          </a:xfrm>
          <a:prstGeom prst="rect">
            <a:avLst/>
          </a:prstGeom>
          <a:solidFill>
            <a:srgbClr val="F2F4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35624" y="1463040"/>
            <a:ext cx="2834640" cy="7315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1536192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Platform Guarantees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45352" y="1920240"/>
            <a:ext cx="261518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Zero plaintext on any server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Trustless wallet-based identity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Automatic time-based expiry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On-chain revocation at any time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file saved locally on print side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38328" y="1920240"/>
            <a:ext cx="261518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Connect MetaMask wallet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50" dirty="0" smtClean="0">
              <a:solidFill>
                <a:srgbClr val="2D3A4A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50" dirty="0">
              <a:solidFill>
                <a:srgbClr val="2D3A4A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50" dirty="0" smtClean="0">
              <a:solidFill>
                <a:srgbClr val="2D3A4A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 smtClean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Encrypt </a:t>
            </a: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file locally (AES-256)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Upload ciphertext to IPFS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Register print job on-chain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Set expiry &amp; copy limits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91840" y="1920240"/>
            <a:ext cx="261518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Monitor incoming job queue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50" dirty="0" smtClean="0">
              <a:solidFill>
                <a:srgbClr val="2D3A4A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50" dirty="0">
              <a:solidFill>
                <a:srgbClr val="2D3A4A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50" dirty="0" smtClean="0">
              <a:solidFill>
                <a:srgbClr val="2D3A4A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50" dirty="0">
              <a:solidFill>
                <a:srgbClr val="2D3A4A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 smtClean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Decrypt </a:t>
            </a: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access key via MetaMask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Fetch &amp; decrypt file from IPFS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Preview in secure browser sandbox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Confirm print on-chain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45352" y="1920240"/>
            <a:ext cx="261518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Zero plaintext on any server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50" dirty="0" smtClean="0">
              <a:solidFill>
                <a:srgbClr val="2D3A4A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50" dirty="0" smtClean="0">
              <a:solidFill>
                <a:srgbClr val="2D3A4A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50" dirty="0" smtClean="0">
              <a:solidFill>
                <a:srgbClr val="2D3A4A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 smtClean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Trustless </a:t>
            </a: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wallet-based identity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Automatic time-based expiry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On-chain revocation at any time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file saved locally on print side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899" y="33837"/>
            <a:ext cx="457396" cy="45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02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04. Core Features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6032" y="713232"/>
            <a:ext cx="4160520" cy="1188720"/>
          </a:xfrm>
          <a:prstGeom prst="rect">
            <a:avLst/>
          </a:prstGeom>
          <a:solidFill>
            <a:srgbClr val="F2F4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713232"/>
            <a:ext cx="64008" cy="1188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804672"/>
            <a:ext cx="384048" cy="2926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80467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0392" y="8046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Wallet-Gated Identity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93192" y="1152144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Users and print shops authenticate via </a:t>
            </a:r>
            <a:r>
              <a:rPr lang="en-US" sz="1200" dirty="0" err="1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MetaMask</a:t>
            </a:r>
            <a:r>
              <a:rPr lang="en-US" sz="12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smtClean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passwords, no email, no PII registration required.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90872" y="713232"/>
            <a:ext cx="4160520" cy="1188720"/>
          </a:xfrm>
          <a:prstGeom prst="rect">
            <a:avLst/>
          </a:prstGeom>
          <a:solidFill>
            <a:srgbClr val="F2F4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90872" y="713232"/>
            <a:ext cx="64008" cy="1188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28032" y="804672"/>
            <a:ext cx="384048" cy="2926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80467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85232" y="8046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End-to-End Encryption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28032" y="1152144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Documents are encrypted locally in the browser with AES-256 before any upload. The server never sees plaintext.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56032" y="2084832"/>
            <a:ext cx="4160520" cy="1188720"/>
          </a:xfrm>
          <a:prstGeom prst="rect">
            <a:avLst/>
          </a:prstGeom>
          <a:solidFill>
            <a:srgbClr val="F2F4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084832"/>
            <a:ext cx="64008" cy="1188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3192" y="2176272"/>
            <a:ext cx="384048" cy="2926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217627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50392" y="21762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Asymmetric Key Exchange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93192" y="2523744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AES access key is encrypted specifically for the recipient print shop's x25519 public key via MetaMask.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690872" y="2084832"/>
            <a:ext cx="4160520" cy="1188720"/>
          </a:xfrm>
          <a:prstGeom prst="rect">
            <a:avLst/>
          </a:prstGeom>
          <a:solidFill>
            <a:srgbClr val="F2F4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90872" y="2084832"/>
            <a:ext cx="64008" cy="1188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28032" y="2176272"/>
            <a:ext cx="384048" cy="2926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17627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285232" y="21762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Blockchain Access Control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28032" y="2523744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Print jobs are registered on an EVM blockchain managing permissions, status tracking, and copy limits on-chain.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56032" y="3456432"/>
            <a:ext cx="4160520" cy="1188720"/>
          </a:xfrm>
          <a:prstGeom prst="rect">
            <a:avLst/>
          </a:prstGeom>
          <a:solidFill>
            <a:srgbClr val="F2F4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3456432"/>
            <a:ext cx="64008" cy="1188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3192" y="3547872"/>
            <a:ext cx="384048" cy="2926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" y="354787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50392" y="35478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Timed Expiry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93192" y="3895344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Access to documents expires automatically based on the blockchain timestamp </a:t>
            </a:r>
            <a:r>
              <a:rPr lang="en-US" sz="1200" dirty="0" smtClean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enforced </a:t>
            </a:r>
            <a:r>
              <a:rPr lang="en-US" sz="12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both on frontend and smart contract.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690872" y="3456432"/>
            <a:ext cx="4160520" cy="1188720"/>
          </a:xfrm>
          <a:prstGeom prst="rect">
            <a:avLst/>
          </a:prstGeom>
          <a:solidFill>
            <a:srgbClr val="F2F4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90872" y="3456432"/>
            <a:ext cx="64008" cy="1188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28032" y="3547872"/>
            <a:ext cx="384048" cy="2926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354787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06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285232" y="35478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Secure Preview &amp; Print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828032" y="3895344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Print shops preview and trigger native printing in a sandboxed interface without ever saving files locally.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899" y="33837"/>
            <a:ext cx="457396" cy="45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02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05. Technical Stack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120018"/>
              </p:ext>
            </p:extLst>
          </p:nvPr>
        </p:nvGraphicFramePr>
        <p:xfrm>
          <a:off x="137884" y="667512"/>
          <a:ext cx="8961120" cy="4242816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3657600"/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Framework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15 (App Router) + TypeScript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components, routing, type safety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Styling / Animation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 (Glassmorphism) + Framer Motion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UI with polished transitions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Ethers.js v6, Hardhat, Solidity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interaction, local dev chain, EVM contracts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Crypto-JS (AES-256) + MetaMask (x25519-xsalsa20-poly1305)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file encryption &amp; asymmetric key exchange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IPFS via Pinata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Decentralized storage of encrypted ciphertext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via Mongoose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profiles and job metadata (no document content)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NextAuth.js (Credentials + Wallet logic)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management combined with wallet identity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899" y="33837"/>
            <a:ext cx="457396" cy="45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02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06. Architecture – Sender Flow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28600" y="704088"/>
            <a:ext cx="347472" cy="347472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04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97764" y="1060704"/>
            <a:ext cx="0" cy="201168"/>
          </a:xfrm>
          <a:prstGeom prst="line">
            <a:avLst/>
          </a:prstGeom>
          <a:noFill/>
          <a:ln w="19050">
            <a:solidFill>
              <a:srgbClr val="00AE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85800"/>
            <a:ext cx="8275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Connect MetaMask wallet to the PrivyPrint dApp.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28600" y="1307592"/>
            <a:ext cx="347472" cy="347472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97764" y="1664208"/>
            <a:ext cx="0" cy="201168"/>
          </a:xfrm>
          <a:prstGeom prst="line">
            <a:avLst/>
          </a:prstGeom>
          <a:noFill/>
          <a:ln w="19050">
            <a:solidFill>
              <a:srgbClr val="00AE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289304"/>
            <a:ext cx="8275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Browse and select a registered Print Shop from the directory.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28600" y="1911096"/>
            <a:ext cx="347472" cy="347472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911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97764" y="2267712"/>
            <a:ext cx="0" cy="201168"/>
          </a:xfrm>
          <a:prstGeom prst="line">
            <a:avLst/>
          </a:prstGeom>
          <a:noFill/>
          <a:ln w="19050">
            <a:solidFill>
              <a:srgbClr val="00AE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1892808"/>
            <a:ext cx="8275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Upload a PDF document; a unique AES-256 access key is generated locally.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28600" y="2514600"/>
            <a:ext cx="347472" cy="347472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51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97764" y="2871216"/>
            <a:ext cx="0" cy="201168"/>
          </a:xfrm>
          <a:prstGeom prst="line">
            <a:avLst/>
          </a:prstGeom>
          <a:noFill/>
          <a:ln w="19050">
            <a:solidFill>
              <a:srgbClr val="00AE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496312"/>
            <a:ext cx="8275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file is encrypted in the browser with the AES key — no plaintext leaves the device.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28600" y="3118104"/>
            <a:ext cx="347472" cy="347472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118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97764" y="3474720"/>
            <a:ext cx="0" cy="201168"/>
          </a:xfrm>
          <a:prstGeom prst="line">
            <a:avLst/>
          </a:prstGeom>
          <a:noFill/>
          <a:ln w="19050">
            <a:solidFill>
              <a:srgbClr val="00AE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099816"/>
            <a:ext cx="8275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encrypted ciphertext is pinned to IPFS via Pinata; the returned CID is stored.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28600" y="3721608"/>
            <a:ext cx="347472" cy="347472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97764" y="4078224"/>
            <a:ext cx="0" cy="201168"/>
          </a:xfrm>
          <a:prstGeom prst="line">
            <a:avLst/>
          </a:prstGeom>
          <a:noFill/>
          <a:ln w="19050">
            <a:solidFill>
              <a:srgbClr val="00AE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3703320"/>
            <a:ext cx="8275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AES key is encrypted with the Print Shop's x25519 public key via MetaMask.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28600" y="4325112"/>
            <a:ext cx="347472" cy="347472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4325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58368" y="4306824"/>
            <a:ext cx="8275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"Print Job" transaction is submitted on-chain containing the IPFS CID, encrypted AES key, expiry, and copy count.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899" y="33837"/>
            <a:ext cx="457396" cy="45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02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07. Architecture – Print Shop Flow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28600" y="704088"/>
            <a:ext cx="347472" cy="347472"/>
          </a:xfrm>
          <a:prstGeom prst="ellipse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04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E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97764" y="1060704"/>
            <a:ext cx="0" cy="201168"/>
          </a:xfrm>
          <a:prstGeom prst="line">
            <a:avLst/>
          </a:prstGeom>
          <a:noFill/>
          <a:ln w="19050">
            <a:solidFill>
              <a:srgbClr val="1A26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85800"/>
            <a:ext cx="8275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Connect MetaMask wallet and navigate to the Incoming Queue dashboard.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28600" y="1307592"/>
            <a:ext cx="347472" cy="347472"/>
          </a:xfrm>
          <a:prstGeom prst="ellipse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E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97764" y="1664208"/>
            <a:ext cx="0" cy="201168"/>
          </a:xfrm>
          <a:prstGeom prst="line">
            <a:avLst/>
          </a:prstGeom>
          <a:noFill/>
          <a:ln w="19050">
            <a:solidFill>
              <a:srgbClr val="1A26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289304"/>
            <a:ext cx="8275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View pending print jobs assigned to this shop's wallet address.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28600" y="1911096"/>
            <a:ext cx="347472" cy="347472"/>
          </a:xfrm>
          <a:prstGeom prst="ellipse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911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E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97764" y="2267712"/>
            <a:ext cx="0" cy="201168"/>
          </a:xfrm>
          <a:prstGeom prst="line">
            <a:avLst/>
          </a:prstGeom>
          <a:noFill/>
          <a:ln w="19050">
            <a:solidFill>
              <a:srgbClr val="1A26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1892808"/>
            <a:ext cx="8275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Select a job; decrypt the AES access key using MetaMask's private key (x25519-xsalsa20-poly1305).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28600" y="2514600"/>
            <a:ext cx="347472" cy="347472"/>
          </a:xfrm>
          <a:prstGeom prst="ellipse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51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E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97764" y="2871216"/>
            <a:ext cx="0" cy="201168"/>
          </a:xfrm>
          <a:prstGeom prst="line">
            <a:avLst/>
          </a:prstGeom>
          <a:noFill/>
          <a:ln w="19050">
            <a:solidFill>
              <a:srgbClr val="1A26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496312"/>
            <a:ext cx="8275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Fetch the encrypted ciphertext from IPFS using the stored CID.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28600" y="3118104"/>
            <a:ext cx="347472" cy="347472"/>
          </a:xfrm>
          <a:prstGeom prst="ellipse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118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E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97764" y="3474720"/>
            <a:ext cx="0" cy="201168"/>
          </a:xfrm>
          <a:prstGeom prst="line">
            <a:avLst/>
          </a:prstGeom>
          <a:noFill/>
          <a:ln w="19050">
            <a:solidFill>
              <a:srgbClr val="1A26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099816"/>
            <a:ext cx="8275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Decrypt the ciphertext locally in the browser using the recovered AES key.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28600" y="3721608"/>
            <a:ext cx="347472" cy="347472"/>
          </a:xfrm>
          <a:prstGeom prst="ellipse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E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97764" y="4078224"/>
            <a:ext cx="0" cy="201168"/>
          </a:xfrm>
          <a:prstGeom prst="line">
            <a:avLst/>
          </a:prstGeom>
          <a:noFill/>
          <a:ln w="19050">
            <a:solidFill>
              <a:srgbClr val="1A26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3703320"/>
            <a:ext cx="8275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Preview the document in a sandboxed interface; trigger the browser's native print </a:t>
            </a:r>
            <a:r>
              <a:rPr lang="en-US" sz="1250" dirty="0" smtClean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dialog with hidden options to save as or other options.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28600" y="4325112"/>
            <a:ext cx="347472" cy="347472"/>
          </a:xfrm>
          <a:prstGeom prst="ellipse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4325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E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58368" y="4306824"/>
            <a:ext cx="8275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Submit an on-chain confirmation transaction to mark the job complete and clear access.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899" y="33837"/>
            <a:ext cx="457396" cy="45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02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08. Security Model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6032" y="713232"/>
            <a:ext cx="4160520" cy="1783080"/>
          </a:xfrm>
          <a:prstGeom prst="rect">
            <a:avLst/>
          </a:prstGeom>
          <a:solidFill>
            <a:srgbClr val="F2F4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713232"/>
            <a:ext cx="64008" cy="17830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850392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6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Zero-PII Storage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20624" y="1188720"/>
            <a:ext cx="391363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unencrypted document data ever leaves the user's machine. The server and IPFS only ever see AES-256 </a:t>
            </a:r>
            <a:r>
              <a:rPr lang="en-US" sz="1200" dirty="0" err="1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ciphertext</a:t>
            </a:r>
            <a:r>
              <a:rPr lang="en-US" sz="12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smtClean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meaningless </a:t>
            </a:r>
            <a:r>
              <a:rPr lang="en-US" sz="12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without the private key.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90872" y="713232"/>
            <a:ext cx="4160520" cy="1783080"/>
          </a:xfrm>
          <a:prstGeom prst="rect">
            <a:avLst/>
          </a:prstGeom>
          <a:solidFill>
            <a:srgbClr val="F2F4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90872" y="713232"/>
            <a:ext cx="64008" cy="17830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5464" y="850392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6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Trustless Access Control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55464" y="1188720"/>
            <a:ext cx="391363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Only the assigned print shop's MetaMask wallet can decrypt the file-level AES key. The platform operator has zero ability to access any document.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56032" y="2724912"/>
            <a:ext cx="4160520" cy="1783080"/>
          </a:xfrm>
          <a:prstGeom prst="rect">
            <a:avLst/>
          </a:prstGeom>
          <a:solidFill>
            <a:srgbClr val="F2F4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724912"/>
            <a:ext cx="64008" cy="17830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2862072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6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On-Chain Revocation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20624" y="3200400"/>
            <a:ext cx="391363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Senders can revoke a print job on-chain at any time before the shop confirms completion. The smart contract immediately rejects further decryption attempts.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90872" y="2724912"/>
            <a:ext cx="4160520" cy="1783080"/>
          </a:xfrm>
          <a:prstGeom prst="rect">
            <a:avLst/>
          </a:prstGeom>
          <a:solidFill>
            <a:srgbClr val="F2F4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90872" y="2724912"/>
            <a:ext cx="64008" cy="17830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55464" y="2862072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6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Time-Based Expiry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55464" y="3200400"/>
            <a:ext cx="391363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Both the frontend and the smart contract enforce expiry based on the on-chain timestamp, ensuring documents are never accessible indefinitely after job creation.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899" y="33837"/>
            <a:ext cx="457396" cy="45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02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09. Directory Structure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6032" y="685800"/>
            <a:ext cx="2377440" cy="36576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685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AEE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app/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43200" y="6858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Next.js pages and API routes (api/, sender/, print-shop/)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6032" y="1143000"/>
            <a:ext cx="2377440" cy="36576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AEE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components/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743200" y="11430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Reusable UI: AppShell, Button, GlassPanel, and more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56032" y="1600200"/>
            <a:ext cx="2377440" cy="36576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AEE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contracts/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43200" y="16002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Solidity smart contracts managing platform logic on-chain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56032" y="2057400"/>
            <a:ext cx="2377440" cy="36576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AEE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lib/contract.ts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43200" y="20574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On-chain interaction — reading and writing print job state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56032" y="2514600"/>
            <a:ext cx="2377440" cy="36576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AEE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lib/encryption.ts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743200" y="25146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Local AES-256 and asymmetric encryption / decryption utilities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56032" y="2971800"/>
            <a:ext cx="2377440" cy="36576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AEE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lib/wallet.ts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743200" y="29718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MetaMask connection, network detection, and account management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56032" y="3429000"/>
            <a:ext cx="2377440" cy="36576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AEE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lib/ipfs.ts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743200" y="34290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Pinata integration — upload encrypted ciphertext and fetch by CID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56032" y="3886200"/>
            <a:ext cx="2377440" cy="36576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AEE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models/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743200" y="38862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Mongoose schemas for user profiles and job metadata in MongoDB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56032" y="4343400"/>
            <a:ext cx="2377440" cy="36576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AEE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scripts/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743200" y="43434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Hardhat deployment and utility scripts for the local dev environment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899" y="33837"/>
            <a:ext cx="457396" cy="45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053"/>
            <a:ext cx="9144000" cy="50292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02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r>
              <a:rPr lang="en-US" sz="18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</a:t>
            </a:r>
            <a:r>
              <a:rPr lang="en-US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Website Images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2" y="629083"/>
            <a:ext cx="4173918" cy="40425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121" y="629083"/>
            <a:ext cx="4596237" cy="4042505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889776" y="4687480"/>
            <a:ext cx="2377440" cy="36576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889776" y="46715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 smtClean="0">
                <a:solidFill>
                  <a:srgbClr val="00AEE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Sender Dashboard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29"/>
          <p:cNvSpPr/>
          <p:nvPr/>
        </p:nvSpPr>
        <p:spPr>
          <a:xfrm>
            <a:off x="5733379" y="4687480"/>
            <a:ext cx="2377440" cy="36576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5733379" y="468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 smtClean="0">
                <a:solidFill>
                  <a:srgbClr val="00AEE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Printer Shop Dashboard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899" y="33837"/>
            <a:ext cx="457396" cy="45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045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02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</a:t>
            </a:r>
            <a:r>
              <a:rPr lang="en-US" sz="18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Literature Survey  (1/3)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82643"/>
              </p:ext>
            </p:extLst>
          </p:nvPr>
        </p:nvGraphicFramePr>
        <p:xfrm>
          <a:off x="164592" y="957132"/>
          <a:ext cx="8778240" cy="3489960"/>
        </p:xfrm>
        <a:graphic>
          <a:graphicData uri="http://schemas.openxmlformats.org/drawingml/2006/table">
            <a:tbl>
              <a:tblPr/>
              <a:tblGrid>
                <a:gridCol w="441809"/>
                <a:gridCol w="2484271"/>
                <a:gridCol w="457200"/>
                <a:gridCol w="2834640"/>
                <a:gridCol w="2560320"/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of Paper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Outcome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Identified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Document Verification using Blockchain &amp; IPFS with Threefish Encryption and QR Code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Threefish-encrypted documents stored on IPFS; Ethereum+Solidity used for tamper-proof verification ledger, addressing 51% attack resistance.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access-expiry or key delegation mechanism; single owner model only </a:t>
                      </a:r>
                      <a:r>
                        <a:rPr lang="en-US" sz="1000" dirty="0" smtClean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</a:t>
                      </a: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decryption rights to a third party (e.g., print shop).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Paperless Everything: A Systematic Literature Review for Blockchain-based Document Management 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Reviewed 1,737 papers; found dApp-based (38%) and proxy-based (48%) architectures dominate; off-chain storage preferred (68%).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paper integrates physical output (printing); all systems stop at digital delivery. Smart contract testing coverage extremely low (22%).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and Implementation of a Decentralized Document Management 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DDMS uses IPFS + blockchain for integrity; symmetric key split via Shamir's Secret Sharing across multiple users for distributed permission.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Multi-user key reconstruction adds latency and complexity; no time-based expiry or single-recipient delegation for controlled one-time access.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Blockchain-based Secure and Verifiable Storage Scheme for IPFS-assisted IoT with Homomorphic Encryption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Homomorphic encryption allows computation on ciphertext in IPFS; blockchain verifies storage proofs for IoT device data integrity.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Homomorphic encryption is computationally expensive for large files (PDFs). Not suitable for real-time browser-based document decryption workflows.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899" y="33837"/>
            <a:ext cx="457396" cy="45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4177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02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</a:t>
            </a:r>
            <a:r>
              <a:rPr lang="en-US" sz="18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Literature Survey  (2/3)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072851"/>
              </p:ext>
            </p:extLst>
          </p:nvPr>
        </p:nvGraphicFramePr>
        <p:xfrm>
          <a:off x="182880" y="1011453"/>
          <a:ext cx="8778240" cy="3489960"/>
        </p:xfrm>
        <a:graphic>
          <a:graphicData uri="http://schemas.openxmlformats.org/drawingml/2006/table">
            <a:tbl>
              <a:tblPr/>
              <a:tblGrid>
                <a:gridCol w="441809"/>
                <a:gridCol w="2484271"/>
                <a:gridCol w="457200"/>
                <a:gridCol w="2834640"/>
                <a:gridCol w="2560320"/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of Paper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Outcome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Identified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CipherDrop: Secure Encrypted File Sharing using AES-256 and Zero-Knowledge 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AES-256 CBC client-side encryption before upload; server acts as opaque relay for </a:t>
                      </a:r>
                      <a:r>
                        <a:rPr lang="en-US" sz="1000" dirty="0" err="1" smtClean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ciphertext</a:t>
                      </a:r>
                      <a:r>
                        <a:rPr lang="en-US" sz="1000" dirty="0" smtClean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zero-knowledge server model demonstrated.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relay server remains a single point of failure. No blockchain access control; revocation and expiry rely on server-side logic only.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State of Encryption in Web3 (Safe Research Foundation)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E2EE landscape in Web3; identifies MetaMask EIP-1024 deprecation and x25519-xsalsa20-poly1305 via Snaps as the viable asymmetric path.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unified standard yet; wallet support is fragmented. Most dApps still avoid E2EE </a:t>
                      </a:r>
                      <a:r>
                        <a:rPr lang="en-US" sz="1000" dirty="0" smtClean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highlights the exact gap PrivyPrint addresses in print workflows.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of Secure E2E Encrypted Chat using Diffie-Hellman Key Exchange and AES-256 in a Microservice 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 key exchange + AES-256 in microservice setup ensures session-level encryption. Modular services reduce single points of failure.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Symmetric session keys are ephemeral and cannot be archived for third-party access delegation. No on-chain audit trail or time-bound access control.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Privacy-Preserving Genomic Data Sharing via Hybrid AES/ECC and Blockchain-Based Dynamic Consent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 bulk encryption + ECC key protection + IPFS off-chain storage + Ethereum smart contracts for consent-aware access control at genomic scale.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Domain-specific to healthcare/genomics; no physical output layer. Consent model is long-term </a:t>
                      </a:r>
                      <a:r>
                        <a:rPr lang="en-US" sz="1000" dirty="0" smtClean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</a:t>
                      </a: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designed for short-lived timed access like print jobs.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899" y="33837"/>
            <a:ext cx="457396" cy="45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2592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02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</a:t>
            </a:r>
            <a:r>
              <a:rPr lang="en-US" sz="18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Literature Survey  (3/3)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204597"/>
              </p:ext>
            </p:extLst>
          </p:nvPr>
        </p:nvGraphicFramePr>
        <p:xfrm>
          <a:off x="164592" y="1011453"/>
          <a:ext cx="8778240" cy="3489960"/>
        </p:xfrm>
        <a:graphic>
          <a:graphicData uri="http://schemas.openxmlformats.org/drawingml/2006/table">
            <a:tbl>
              <a:tblPr/>
              <a:tblGrid>
                <a:gridCol w="541397"/>
                <a:gridCol w="2384683"/>
                <a:gridCol w="457200"/>
                <a:gridCol w="2834640"/>
                <a:gridCol w="2560320"/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of Paper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Outcome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Identified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MedAccessX: A Blockchain-Enabled Dynamic Access Control Framework for IoMT Networks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ABAC and RBAC in smart contracts for dynamic, privacy-preserving data sharing across healthcare providers with cost efficiency.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enforcement is role/attribute based </a:t>
                      </a:r>
                      <a:r>
                        <a:rPr lang="en-US" sz="1000" dirty="0" smtClean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</a:t>
                      </a: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wallet-key based. Requires identity provider for ABAC attributes; incompatible with trustless wallet identity.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Blockchain-enhanced Smart Contracts for Formal Verification of IoT Access Control Mechanisms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CTL verification of smart contract properties using FSM and NuSMV; auto-generates deployable Solidity from verified models.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framework </a:t>
                      </a:r>
                      <a:r>
                        <a:rPr lang="en-US" sz="1000" dirty="0" smtClean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no</a:t>
                      </a:r>
                      <a:r>
                        <a:rPr lang="en-US" sz="1000" baseline="0" dirty="0" smtClean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smtClean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</a:t>
                      </a: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document storage or key delegation. Does not address user-facing dApp UX or file access workflows.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Securing RC Based P2P Networks: Blockchain Access Control for IoT and Web 3.0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 + Judge Contract + Register Contract triad provides CIA/STRIDE-evaluated dynamic access control for decentralized P2P/Web3 networks.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targets network-level access; not file-level. No integration with IPFS storage or asymmetric key delegation for specific recipient wallets.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Scalable, Privacy-Preserving Decentralized Identity Framework based on Zero-Knowledge Proofs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zk-STARKs-based DIDs allow users to prove credential attributes (e.g., age &gt; 18) without revealing underlying data; VCs on Ethereum.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ZKP infrastructure adds significant complexity and gas overhead. Wallet-native asymmetric key exchange (MetaMask Snaps) is simpler and sufficient for PrivyPrint's identity model.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899" y="33837"/>
            <a:ext cx="457396" cy="45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3436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02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12. 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6032" y="658368"/>
            <a:ext cx="8631936" cy="82296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658368"/>
            <a:ext cx="84490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PrivyPrint demonstrates that it is possible to build a fully trustless, Zero-PII document printing pipeline using blockchain, IPFS, and client-side </a:t>
            </a:r>
            <a:r>
              <a:rPr lang="en-US" sz="1300" dirty="0" smtClean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encryption </a:t>
            </a: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without sacrificing usability.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56032" y="1627632"/>
            <a:ext cx="64008" cy="6217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6276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E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Zero-PII Achieved: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" y="190195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plaintext ever reaches a central server. Encrypted ciphertext on IPFS is worthless without the private key.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56032" y="2423160"/>
            <a:ext cx="64008" cy="6217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423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E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Trustless by Design: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2336" y="26974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contracts replace human trust. Access, expiry, and revocation are enforced cryptographically on-chain.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56032" y="3218688"/>
            <a:ext cx="64008" cy="6217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321868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E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Practical Web3 UX: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02336" y="349300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MetaMask authentication and an intuitive dashboard make the platform accessible beyond a developer audience.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56032" y="4014216"/>
            <a:ext cx="64008" cy="6217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4014216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E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Future Scope: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02336" y="4288536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Multi-chain support, mobile MetaMask integration, NFT-based print shop licensing, and zk-proof based verification.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899" y="33837"/>
            <a:ext cx="457396" cy="45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1371600" y="2926080"/>
            <a:ext cx="6400800" cy="5486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1272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2645"/>
          </a:solidFill>
          <a:ln w="12700">
            <a:solidFill>
              <a:srgbClr val="1A26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PrivyPrint | Dept. of CSE (ICB), BMSCE | MPP-1</a:t>
            </a:r>
            <a:endParaRPr lang="en-US" sz="700" dirty="0"/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899" y="33837"/>
            <a:ext cx="457396" cy="45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2160</Words>
  <Application>Microsoft Office PowerPoint</Application>
  <PresentationFormat>On-screen Show (16:9)</PresentationFormat>
  <Paragraphs>324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Consolas</vt:lpstr>
      <vt:lpstr>Tahoma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PrivyPrint - Secure Decentralized Printing Platform</dc:title>
  <dc:subject>PptxGenJS Presentation</dc:subject>
  <dc:creator>PptxGenJS</dc:creator>
  <cp:lastModifiedBy>Microsoft account</cp:lastModifiedBy>
  <cp:revision>17</cp:revision>
  <dcterms:created xsi:type="dcterms:W3CDTF">2026-05-05T08:03:41Z</dcterms:created>
  <dcterms:modified xsi:type="dcterms:W3CDTF">2026-06-03T19:41:36Z</dcterms:modified>
</cp:coreProperties>
</file>